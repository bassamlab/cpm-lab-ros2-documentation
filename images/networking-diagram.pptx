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15"/>
    <p:restoredTop sz="94694"/>
  </p:normalViewPr>
  <p:slideViewPr>
    <p:cSldViewPr snapToGrid="0">
      <p:cViewPr varScale="1">
        <p:scale>
          <a:sx n="121" d="100"/>
          <a:sy n="121" d="100"/>
        </p:scale>
        <p:origin x="1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69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442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4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6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9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9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1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6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7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6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4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5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59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6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02BB2-B329-3843-B99E-B7E33C760C53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2D527-F1A8-D648-9320-CCDEEC665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2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205F078-3203-D863-5D49-E840E3809F61}"/>
              </a:ext>
            </a:extLst>
          </p:cNvPr>
          <p:cNvSpPr/>
          <p:nvPr/>
        </p:nvSpPr>
        <p:spPr>
          <a:xfrm>
            <a:off x="2826732" y="3503500"/>
            <a:ext cx="684644" cy="310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245513-494E-B117-69DF-5A428F065A54}"/>
              </a:ext>
            </a:extLst>
          </p:cNvPr>
          <p:cNvSpPr/>
          <p:nvPr/>
        </p:nvSpPr>
        <p:spPr>
          <a:xfrm>
            <a:off x="3529458" y="3503500"/>
            <a:ext cx="666560" cy="3101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D299477-3806-99F6-506A-38E23FCC5B87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2249890" y="3629014"/>
            <a:ext cx="5768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8357A02-07E8-885A-3BF8-54602C079882}"/>
              </a:ext>
            </a:extLst>
          </p:cNvPr>
          <p:cNvCxnSpPr>
            <a:cxnSpLocks/>
            <a:endCxn id="44" idx="2"/>
          </p:cNvCxnSpPr>
          <p:nvPr/>
        </p:nvCxnSpPr>
        <p:spPr>
          <a:xfrm flipH="1" flipV="1">
            <a:off x="3511376" y="2072748"/>
            <a:ext cx="1" cy="457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3643DB-32B9-6F82-7592-4B3ADED5FE34}"/>
              </a:ext>
            </a:extLst>
          </p:cNvPr>
          <p:cNvGrpSpPr/>
          <p:nvPr/>
        </p:nvGrpSpPr>
        <p:grpSpPr>
          <a:xfrm>
            <a:off x="3027685" y="789016"/>
            <a:ext cx="967381" cy="1283732"/>
            <a:chOff x="5084878" y="343097"/>
            <a:chExt cx="967381" cy="1283732"/>
          </a:xfrm>
        </p:grpSpPr>
        <p:pic>
          <p:nvPicPr>
            <p:cNvPr id="24" name="Graphic 23" descr="Cloud outline">
              <a:extLst>
                <a:ext uri="{FF2B5EF4-FFF2-40B4-BE49-F238E27FC236}">
                  <a16:creationId xmlns:a16="http://schemas.microsoft.com/office/drawing/2014/main" id="{C30E5EE4-C326-4BFC-7350-876B88A54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11369" y="343097"/>
              <a:ext cx="914400" cy="9144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A953C81-DF84-E738-4B0E-9B16B622FA2C}"/>
                </a:ext>
              </a:extLst>
            </p:cNvPr>
            <p:cNvSpPr txBox="1"/>
            <p:nvPr/>
          </p:nvSpPr>
          <p:spPr>
            <a:xfrm>
              <a:off x="5084878" y="1257497"/>
              <a:ext cx="967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Internet</a:t>
              </a:r>
            </a:p>
          </p:txBody>
        </p:sp>
      </p:grpSp>
      <p:grpSp>
        <p:nvGrpSpPr>
          <p:cNvPr id="50" name="Graphic 48" descr="Wireless router outline">
            <a:extLst>
              <a:ext uri="{FF2B5EF4-FFF2-40B4-BE49-F238E27FC236}">
                <a16:creationId xmlns:a16="http://schemas.microsoft.com/office/drawing/2014/main" id="{F3FD5507-4D56-C138-2B81-52F79BFB5E98}"/>
              </a:ext>
            </a:extLst>
          </p:cNvPr>
          <p:cNvGrpSpPr/>
          <p:nvPr/>
        </p:nvGrpSpPr>
        <p:grpSpPr>
          <a:xfrm rot="2700000">
            <a:off x="4441219" y="4525800"/>
            <a:ext cx="282576" cy="363531"/>
            <a:chOff x="5641485" y="3770081"/>
            <a:chExt cx="282576" cy="363531"/>
          </a:xfrm>
          <a:solidFill>
            <a:srgbClr val="000000"/>
          </a:solidFill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81956E8-8DC3-DFAC-4754-4BDE77594A56}"/>
                </a:ext>
              </a:extLst>
            </p:cNvPr>
            <p:cNvSpPr/>
            <p:nvPr/>
          </p:nvSpPr>
          <p:spPr>
            <a:xfrm>
              <a:off x="5717686" y="3823935"/>
              <a:ext cx="66531" cy="255822"/>
            </a:xfrm>
            <a:custGeom>
              <a:avLst/>
              <a:gdLst>
                <a:gd name="connsiteX0" fmla="*/ 53063 w 66531"/>
                <a:gd name="connsiteY0" fmla="*/ 255822 h 255822"/>
                <a:gd name="connsiteX1" fmla="*/ 66532 w 66531"/>
                <a:gd name="connsiteY1" fmla="*/ 242354 h 255822"/>
                <a:gd name="connsiteX2" fmla="*/ 66265 w 66531"/>
                <a:gd name="connsiteY2" fmla="*/ 13735 h 255822"/>
                <a:gd name="connsiteX3" fmla="*/ 66532 w 66531"/>
                <a:gd name="connsiteY3" fmla="*/ 13468 h 255822"/>
                <a:gd name="connsiteX4" fmla="*/ 53063 w 66531"/>
                <a:gd name="connsiteY4" fmla="*/ 0 h 255822"/>
                <a:gd name="connsiteX5" fmla="*/ 52787 w 66531"/>
                <a:gd name="connsiteY5" fmla="*/ 255546 h 255822"/>
                <a:gd name="connsiteX6" fmla="*/ 53063 w 66531"/>
                <a:gd name="connsiteY6" fmla="*/ 255822 h 255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531" h="255822">
                  <a:moveTo>
                    <a:pt x="53063" y="255822"/>
                  </a:moveTo>
                  <a:lnTo>
                    <a:pt x="66532" y="242354"/>
                  </a:lnTo>
                  <a:cubicBezTo>
                    <a:pt x="3327" y="179297"/>
                    <a:pt x="3208" y="76940"/>
                    <a:pt x="66265" y="13735"/>
                  </a:cubicBezTo>
                  <a:cubicBezTo>
                    <a:pt x="66354" y="13646"/>
                    <a:pt x="66443" y="13557"/>
                    <a:pt x="66532" y="13468"/>
                  </a:cubicBezTo>
                  <a:lnTo>
                    <a:pt x="53063" y="0"/>
                  </a:lnTo>
                  <a:cubicBezTo>
                    <a:pt x="-17580" y="70491"/>
                    <a:pt x="-17704" y="184903"/>
                    <a:pt x="52787" y="255546"/>
                  </a:cubicBezTo>
                  <a:cubicBezTo>
                    <a:pt x="52880" y="255639"/>
                    <a:pt x="52971" y="255731"/>
                    <a:pt x="53063" y="25582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24A6928-16CC-5918-20DA-F360AD9B5841}"/>
                </a:ext>
              </a:extLst>
            </p:cNvPr>
            <p:cNvSpPr/>
            <p:nvPr/>
          </p:nvSpPr>
          <p:spPr>
            <a:xfrm>
              <a:off x="5793887" y="3877790"/>
              <a:ext cx="44185" cy="148113"/>
            </a:xfrm>
            <a:custGeom>
              <a:avLst/>
              <a:gdLst>
                <a:gd name="connsiteX0" fmla="*/ 44185 w 44185"/>
                <a:gd name="connsiteY0" fmla="*/ 134645 h 148113"/>
                <a:gd name="connsiteX1" fmla="*/ 44053 w 44185"/>
                <a:gd name="connsiteY1" fmla="*/ 13601 h 148113"/>
                <a:gd name="connsiteX2" fmla="*/ 44185 w 44185"/>
                <a:gd name="connsiteY2" fmla="*/ 13468 h 148113"/>
                <a:gd name="connsiteX3" fmla="*/ 30717 w 44185"/>
                <a:gd name="connsiteY3" fmla="*/ 0 h 148113"/>
                <a:gd name="connsiteX4" fmla="*/ 30575 w 44185"/>
                <a:gd name="connsiteY4" fmla="*/ 147972 h 148113"/>
                <a:gd name="connsiteX5" fmla="*/ 30717 w 44185"/>
                <a:gd name="connsiteY5" fmla="*/ 148114 h 148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185" h="148113">
                  <a:moveTo>
                    <a:pt x="44185" y="134645"/>
                  </a:moveTo>
                  <a:cubicBezTo>
                    <a:pt x="10723" y="101256"/>
                    <a:pt x="10664" y="47063"/>
                    <a:pt x="44053" y="13601"/>
                  </a:cubicBezTo>
                  <a:cubicBezTo>
                    <a:pt x="44097" y="13557"/>
                    <a:pt x="44142" y="13512"/>
                    <a:pt x="44185" y="13468"/>
                  </a:cubicBezTo>
                  <a:lnTo>
                    <a:pt x="30717" y="0"/>
                  </a:lnTo>
                  <a:cubicBezTo>
                    <a:pt x="-10183" y="40822"/>
                    <a:pt x="-10247" y="107071"/>
                    <a:pt x="30575" y="147972"/>
                  </a:cubicBezTo>
                  <a:cubicBezTo>
                    <a:pt x="30623" y="148019"/>
                    <a:pt x="30669" y="148066"/>
                    <a:pt x="30717" y="14811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9C9CFCE-AB0A-FBDA-9279-1AC8F80CE780}"/>
                </a:ext>
              </a:extLst>
            </p:cNvPr>
            <p:cNvSpPr/>
            <p:nvPr/>
          </p:nvSpPr>
          <p:spPr>
            <a:xfrm>
              <a:off x="5641485" y="3770081"/>
              <a:ext cx="88878" cy="363531"/>
            </a:xfrm>
            <a:custGeom>
              <a:avLst/>
              <a:gdLst>
                <a:gd name="connsiteX0" fmla="*/ 88878 w 88878"/>
                <a:gd name="connsiteY0" fmla="*/ 350063 h 363531"/>
                <a:gd name="connsiteX1" fmla="*/ 88477 w 88878"/>
                <a:gd name="connsiteY1" fmla="*/ 13869 h 363531"/>
                <a:gd name="connsiteX2" fmla="*/ 88878 w 88878"/>
                <a:gd name="connsiteY2" fmla="*/ 13468 h 363531"/>
                <a:gd name="connsiteX3" fmla="*/ 75410 w 88878"/>
                <a:gd name="connsiteY3" fmla="*/ 0 h 363531"/>
                <a:gd name="connsiteX4" fmla="*/ 74999 w 88878"/>
                <a:gd name="connsiteY4" fmla="*/ 363121 h 363531"/>
                <a:gd name="connsiteX5" fmla="*/ 75410 w 88878"/>
                <a:gd name="connsiteY5" fmla="*/ 363531 h 36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878" h="363531">
                  <a:moveTo>
                    <a:pt x="88878" y="350063"/>
                  </a:moveTo>
                  <a:cubicBezTo>
                    <a:pt x="-4070" y="257336"/>
                    <a:pt x="-4250" y="106817"/>
                    <a:pt x="88477" y="13869"/>
                  </a:cubicBezTo>
                  <a:cubicBezTo>
                    <a:pt x="88611" y="13735"/>
                    <a:pt x="88745" y="13602"/>
                    <a:pt x="88878" y="13468"/>
                  </a:cubicBezTo>
                  <a:lnTo>
                    <a:pt x="75410" y="0"/>
                  </a:lnTo>
                  <a:cubicBezTo>
                    <a:pt x="-24976" y="100160"/>
                    <a:pt x="-25160" y="262735"/>
                    <a:pt x="74999" y="363121"/>
                  </a:cubicBezTo>
                  <a:cubicBezTo>
                    <a:pt x="75136" y="363258"/>
                    <a:pt x="75273" y="363395"/>
                    <a:pt x="75410" y="36353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EB6D25CD-627F-F77B-0C9E-0ED34C1C2FBD}"/>
                </a:ext>
              </a:extLst>
            </p:cNvPr>
            <p:cNvSpPr/>
            <p:nvPr/>
          </p:nvSpPr>
          <p:spPr>
            <a:xfrm>
              <a:off x="5866911" y="3923272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2093420-51F0-E52F-F9CC-6FF476DF56EB}"/>
                </a:ext>
              </a:extLst>
            </p:cNvPr>
            <p:cNvSpPr/>
            <p:nvPr/>
          </p:nvSpPr>
          <p:spPr>
            <a:xfrm>
              <a:off x="5876436" y="392962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65" name="Graphic 48" descr="Wireless router outline">
            <a:extLst>
              <a:ext uri="{FF2B5EF4-FFF2-40B4-BE49-F238E27FC236}">
                <a16:creationId xmlns:a16="http://schemas.microsoft.com/office/drawing/2014/main" id="{E01DD7FA-57AF-85DC-5A0C-D46C7D5449EC}"/>
              </a:ext>
            </a:extLst>
          </p:cNvPr>
          <p:cNvGrpSpPr/>
          <p:nvPr/>
        </p:nvGrpSpPr>
        <p:grpSpPr>
          <a:xfrm rot="2700000">
            <a:off x="1546531" y="4525799"/>
            <a:ext cx="282576" cy="363531"/>
            <a:chOff x="5641485" y="3770081"/>
            <a:chExt cx="282576" cy="363531"/>
          </a:xfrm>
          <a:solidFill>
            <a:srgbClr val="000000"/>
          </a:solidFill>
        </p:grpSpPr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84DE139-A4CB-C9F7-BD99-6458C9561D13}"/>
                </a:ext>
              </a:extLst>
            </p:cNvPr>
            <p:cNvSpPr/>
            <p:nvPr/>
          </p:nvSpPr>
          <p:spPr>
            <a:xfrm>
              <a:off x="5717686" y="3823935"/>
              <a:ext cx="66531" cy="255822"/>
            </a:xfrm>
            <a:custGeom>
              <a:avLst/>
              <a:gdLst>
                <a:gd name="connsiteX0" fmla="*/ 53063 w 66531"/>
                <a:gd name="connsiteY0" fmla="*/ 255822 h 255822"/>
                <a:gd name="connsiteX1" fmla="*/ 66532 w 66531"/>
                <a:gd name="connsiteY1" fmla="*/ 242354 h 255822"/>
                <a:gd name="connsiteX2" fmla="*/ 66265 w 66531"/>
                <a:gd name="connsiteY2" fmla="*/ 13735 h 255822"/>
                <a:gd name="connsiteX3" fmla="*/ 66532 w 66531"/>
                <a:gd name="connsiteY3" fmla="*/ 13468 h 255822"/>
                <a:gd name="connsiteX4" fmla="*/ 53063 w 66531"/>
                <a:gd name="connsiteY4" fmla="*/ 0 h 255822"/>
                <a:gd name="connsiteX5" fmla="*/ 52787 w 66531"/>
                <a:gd name="connsiteY5" fmla="*/ 255546 h 255822"/>
                <a:gd name="connsiteX6" fmla="*/ 53063 w 66531"/>
                <a:gd name="connsiteY6" fmla="*/ 255822 h 255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531" h="255822">
                  <a:moveTo>
                    <a:pt x="53063" y="255822"/>
                  </a:moveTo>
                  <a:lnTo>
                    <a:pt x="66532" y="242354"/>
                  </a:lnTo>
                  <a:cubicBezTo>
                    <a:pt x="3327" y="179297"/>
                    <a:pt x="3208" y="76940"/>
                    <a:pt x="66265" y="13735"/>
                  </a:cubicBezTo>
                  <a:cubicBezTo>
                    <a:pt x="66354" y="13646"/>
                    <a:pt x="66443" y="13557"/>
                    <a:pt x="66532" y="13468"/>
                  </a:cubicBezTo>
                  <a:lnTo>
                    <a:pt x="53063" y="0"/>
                  </a:lnTo>
                  <a:cubicBezTo>
                    <a:pt x="-17580" y="70491"/>
                    <a:pt x="-17704" y="184903"/>
                    <a:pt x="52787" y="255546"/>
                  </a:cubicBezTo>
                  <a:cubicBezTo>
                    <a:pt x="52880" y="255639"/>
                    <a:pt x="52971" y="255731"/>
                    <a:pt x="53063" y="25582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303486EC-8B22-22CE-63AD-D72B31BEF8E4}"/>
                </a:ext>
              </a:extLst>
            </p:cNvPr>
            <p:cNvSpPr/>
            <p:nvPr/>
          </p:nvSpPr>
          <p:spPr>
            <a:xfrm>
              <a:off x="5793887" y="3877790"/>
              <a:ext cx="44185" cy="148113"/>
            </a:xfrm>
            <a:custGeom>
              <a:avLst/>
              <a:gdLst>
                <a:gd name="connsiteX0" fmla="*/ 44185 w 44185"/>
                <a:gd name="connsiteY0" fmla="*/ 134645 h 148113"/>
                <a:gd name="connsiteX1" fmla="*/ 44053 w 44185"/>
                <a:gd name="connsiteY1" fmla="*/ 13601 h 148113"/>
                <a:gd name="connsiteX2" fmla="*/ 44185 w 44185"/>
                <a:gd name="connsiteY2" fmla="*/ 13468 h 148113"/>
                <a:gd name="connsiteX3" fmla="*/ 30717 w 44185"/>
                <a:gd name="connsiteY3" fmla="*/ 0 h 148113"/>
                <a:gd name="connsiteX4" fmla="*/ 30575 w 44185"/>
                <a:gd name="connsiteY4" fmla="*/ 147972 h 148113"/>
                <a:gd name="connsiteX5" fmla="*/ 30717 w 44185"/>
                <a:gd name="connsiteY5" fmla="*/ 148114 h 148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185" h="148113">
                  <a:moveTo>
                    <a:pt x="44185" y="134645"/>
                  </a:moveTo>
                  <a:cubicBezTo>
                    <a:pt x="10723" y="101256"/>
                    <a:pt x="10664" y="47063"/>
                    <a:pt x="44053" y="13601"/>
                  </a:cubicBezTo>
                  <a:cubicBezTo>
                    <a:pt x="44097" y="13557"/>
                    <a:pt x="44142" y="13512"/>
                    <a:pt x="44185" y="13468"/>
                  </a:cubicBezTo>
                  <a:lnTo>
                    <a:pt x="30717" y="0"/>
                  </a:lnTo>
                  <a:cubicBezTo>
                    <a:pt x="-10183" y="40822"/>
                    <a:pt x="-10247" y="107071"/>
                    <a:pt x="30575" y="147972"/>
                  </a:cubicBezTo>
                  <a:cubicBezTo>
                    <a:pt x="30623" y="148019"/>
                    <a:pt x="30669" y="148066"/>
                    <a:pt x="30717" y="14811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DD13AA-1BC9-1C16-FE04-52A18AF7E5A8}"/>
                </a:ext>
              </a:extLst>
            </p:cNvPr>
            <p:cNvSpPr/>
            <p:nvPr/>
          </p:nvSpPr>
          <p:spPr>
            <a:xfrm>
              <a:off x="5641485" y="3770081"/>
              <a:ext cx="88878" cy="363531"/>
            </a:xfrm>
            <a:custGeom>
              <a:avLst/>
              <a:gdLst>
                <a:gd name="connsiteX0" fmla="*/ 88878 w 88878"/>
                <a:gd name="connsiteY0" fmla="*/ 350063 h 363531"/>
                <a:gd name="connsiteX1" fmla="*/ 88477 w 88878"/>
                <a:gd name="connsiteY1" fmla="*/ 13869 h 363531"/>
                <a:gd name="connsiteX2" fmla="*/ 88878 w 88878"/>
                <a:gd name="connsiteY2" fmla="*/ 13468 h 363531"/>
                <a:gd name="connsiteX3" fmla="*/ 75410 w 88878"/>
                <a:gd name="connsiteY3" fmla="*/ 0 h 363531"/>
                <a:gd name="connsiteX4" fmla="*/ 74999 w 88878"/>
                <a:gd name="connsiteY4" fmla="*/ 363121 h 363531"/>
                <a:gd name="connsiteX5" fmla="*/ 75410 w 88878"/>
                <a:gd name="connsiteY5" fmla="*/ 363531 h 36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878" h="363531">
                  <a:moveTo>
                    <a:pt x="88878" y="350063"/>
                  </a:moveTo>
                  <a:cubicBezTo>
                    <a:pt x="-4070" y="257336"/>
                    <a:pt x="-4250" y="106817"/>
                    <a:pt x="88477" y="13869"/>
                  </a:cubicBezTo>
                  <a:cubicBezTo>
                    <a:pt x="88611" y="13735"/>
                    <a:pt x="88745" y="13602"/>
                    <a:pt x="88878" y="13468"/>
                  </a:cubicBezTo>
                  <a:lnTo>
                    <a:pt x="75410" y="0"/>
                  </a:lnTo>
                  <a:cubicBezTo>
                    <a:pt x="-24976" y="100160"/>
                    <a:pt x="-25160" y="262735"/>
                    <a:pt x="74999" y="363121"/>
                  </a:cubicBezTo>
                  <a:cubicBezTo>
                    <a:pt x="75136" y="363258"/>
                    <a:pt x="75273" y="363395"/>
                    <a:pt x="75410" y="36353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8C70DB0-2E7D-C860-9AFD-77CCC5F3B637}"/>
                </a:ext>
              </a:extLst>
            </p:cNvPr>
            <p:cNvSpPr/>
            <p:nvPr/>
          </p:nvSpPr>
          <p:spPr>
            <a:xfrm>
              <a:off x="5866911" y="3923272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4EE61D7-511C-4244-7CC8-F6273D556C3E}"/>
                </a:ext>
              </a:extLst>
            </p:cNvPr>
            <p:cNvSpPr/>
            <p:nvPr/>
          </p:nvSpPr>
          <p:spPr>
            <a:xfrm>
              <a:off x="5876436" y="3929622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E07DD511-DBF1-40B2-3D91-78E9B3FBE153}"/>
              </a:ext>
            </a:extLst>
          </p:cNvPr>
          <p:cNvCxnSpPr>
            <a:cxnSpLocks/>
            <a:stCxn id="20" idx="2"/>
            <a:endCxn id="12" idx="3"/>
          </p:cNvCxnSpPr>
          <p:nvPr/>
        </p:nvCxnSpPr>
        <p:spPr>
          <a:xfrm rot="5400000">
            <a:off x="2038154" y="4583627"/>
            <a:ext cx="1900850" cy="360950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41EB29E0-F3DA-65A8-7E74-E5F98068BB1A}"/>
              </a:ext>
            </a:extLst>
          </p:cNvPr>
          <p:cNvCxnSpPr>
            <a:cxnSpLocks/>
            <a:stCxn id="21" idx="2"/>
            <a:endCxn id="13" idx="1"/>
          </p:cNvCxnSpPr>
          <p:nvPr/>
        </p:nvCxnSpPr>
        <p:spPr>
          <a:xfrm rot="16200000" flipH="1">
            <a:off x="3088267" y="4588148"/>
            <a:ext cx="1900850" cy="351908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E00EBF7-73F6-48E5-A753-8B5AE0DB9D42}"/>
              </a:ext>
            </a:extLst>
          </p:cNvPr>
          <p:cNvGrpSpPr/>
          <p:nvPr/>
        </p:nvGrpSpPr>
        <p:grpSpPr>
          <a:xfrm>
            <a:off x="1315387" y="4615461"/>
            <a:ext cx="4391975" cy="1283732"/>
            <a:chOff x="1352097" y="4615461"/>
            <a:chExt cx="4391975" cy="12837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E20A13-85D2-DD32-27B7-9C90385D6043}"/>
                </a:ext>
              </a:extLst>
            </p:cNvPr>
            <p:cNvSpPr txBox="1"/>
            <p:nvPr/>
          </p:nvSpPr>
          <p:spPr>
            <a:xfrm>
              <a:off x="3361175" y="5072661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AD72FE2-E88B-99B5-5EB8-1B441CBEF5A5}"/>
                </a:ext>
              </a:extLst>
            </p:cNvPr>
            <p:cNvGrpSpPr/>
            <p:nvPr/>
          </p:nvGrpSpPr>
          <p:grpSpPr>
            <a:xfrm>
              <a:off x="4251356" y="4615461"/>
              <a:ext cx="1492716" cy="1283732"/>
              <a:chOff x="6355861" y="4398220"/>
              <a:chExt cx="1492716" cy="1283732"/>
            </a:xfrm>
          </p:grpSpPr>
          <p:pic>
            <p:nvPicPr>
              <p:cNvPr id="10" name="Graphic 9" descr="Car outline">
                <a:extLst>
                  <a:ext uri="{FF2B5EF4-FFF2-40B4-BE49-F238E27FC236}">
                    <a16:creationId xmlns:a16="http://schemas.microsoft.com/office/drawing/2014/main" id="{680BAA37-1699-5566-19A8-DD253EFDB3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645019" y="4398220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5EBA8F-08AE-B77E-7442-163DF22866FF}"/>
                  </a:ext>
                </a:extLst>
              </p:cNvPr>
              <p:cNvSpPr txBox="1"/>
              <p:nvPr/>
            </p:nvSpPr>
            <p:spPr>
              <a:xfrm>
                <a:off x="6355861" y="5312620"/>
                <a:ext cx="1492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192.168.1.40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D176FA4-7BB2-B058-1104-FDD1B0D76938}"/>
                </a:ext>
              </a:extLst>
            </p:cNvPr>
            <p:cNvGrpSpPr/>
            <p:nvPr/>
          </p:nvGrpSpPr>
          <p:grpSpPr>
            <a:xfrm>
              <a:off x="1352097" y="4615461"/>
              <a:ext cx="1492717" cy="1283732"/>
              <a:chOff x="1352097" y="4494432"/>
              <a:chExt cx="1492717" cy="128373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0CDE91-265F-1F16-919E-FB68C82107E7}"/>
                  </a:ext>
                </a:extLst>
              </p:cNvPr>
              <p:cNvSpPr txBox="1"/>
              <p:nvPr/>
            </p:nvSpPr>
            <p:spPr>
              <a:xfrm>
                <a:off x="1352097" y="5408832"/>
                <a:ext cx="1492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192.168.1.21</a:t>
                </a:r>
              </a:p>
            </p:txBody>
          </p:sp>
          <p:pic>
            <p:nvPicPr>
              <p:cNvPr id="2" name="Graphic 1" descr="Car outline">
                <a:extLst>
                  <a:ext uri="{FF2B5EF4-FFF2-40B4-BE49-F238E27FC236}">
                    <a16:creationId xmlns:a16="http://schemas.microsoft.com/office/drawing/2014/main" id="{34DAE956-4DA2-D62C-729A-41E702BC5B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641256" y="4494432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0EC625D-F46A-0586-A7B6-CBA16A0EF288}"/>
              </a:ext>
            </a:extLst>
          </p:cNvPr>
          <p:cNvGrpSpPr/>
          <p:nvPr/>
        </p:nvGrpSpPr>
        <p:grpSpPr>
          <a:xfrm>
            <a:off x="633742" y="2529948"/>
            <a:ext cx="1616148" cy="1283732"/>
            <a:chOff x="633742" y="2798789"/>
            <a:chExt cx="1616148" cy="12837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1C787B-4773-A29B-A7B8-D17BC4952B9B}"/>
                </a:ext>
              </a:extLst>
            </p:cNvPr>
            <p:cNvSpPr txBox="1"/>
            <p:nvPr/>
          </p:nvSpPr>
          <p:spPr>
            <a:xfrm>
              <a:off x="633742" y="3713189"/>
              <a:ext cx="16161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192.168.1.249</a:t>
              </a:r>
            </a:p>
          </p:txBody>
        </p:sp>
        <p:pic>
          <p:nvPicPr>
            <p:cNvPr id="6" name="Graphic 5" descr="Computer outline">
              <a:extLst>
                <a:ext uri="{FF2B5EF4-FFF2-40B4-BE49-F238E27FC236}">
                  <a16:creationId xmlns:a16="http://schemas.microsoft.com/office/drawing/2014/main" id="{F0979039-7A0E-541E-E25E-610952056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4616" y="2798789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AA0422-E792-FD6B-7AD0-B5B48A72E903}"/>
              </a:ext>
            </a:extLst>
          </p:cNvPr>
          <p:cNvGrpSpPr/>
          <p:nvPr/>
        </p:nvGrpSpPr>
        <p:grpSpPr>
          <a:xfrm>
            <a:off x="2826732" y="2529948"/>
            <a:ext cx="1369286" cy="1283732"/>
            <a:chOff x="4714671" y="1269608"/>
            <a:chExt cx="1369286" cy="12837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F41BEC-C5E8-0E2B-10D1-7BE4029DE2F5}"/>
                </a:ext>
              </a:extLst>
            </p:cNvPr>
            <p:cNvSpPr txBox="1"/>
            <p:nvPr/>
          </p:nvSpPr>
          <p:spPr>
            <a:xfrm>
              <a:off x="4714671" y="2184008"/>
              <a:ext cx="1369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192.168.1.1</a:t>
              </a:r>
            </a:p>
          </p:txBody>
        </p:sp>
        <p:pic>
          <p:nvPicPr>
            <p:cNvPr id="5" name="Graphic 4" descr="Wireless router outline">
              <a:extLst>
                <a:ext uri="{FF2B5EF4-FFF2-40B4-BE49-F238E27FC236}">
                  <a16:creationId xmlns:a16="http://schemas.microsoft.com/office/drawing/2014/main" id="{AF6E870D-BC72-D6BE-CB98-4E9F8B9A4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42114" y="1269608"/>
              <a:ext cx="914400" cy="914400"/>
            </a:xfrm>
            <a:prstGeom prst="rect">
              <a:avLst/>
            </a:prstGeom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5E2BFCB-3D8F-A5E9-550B-F8529BAEFEEE}"/>
              </a:ext>
            </a:extLst>
          </p:cNvPr>
          <p:cNvSpPr txBox="1"/>
          <p:nvPr/>
        </p:nvSpPr>
        <p:spPr>
          <a:xfrm>
            <a:off x="228600" y="228600"/>
            <a:ext cx="2627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Network: 192.168.1.x/24</a:t>
            </a:r>
          </a:p>
        </p:txBody>
      </p:sp>
    </p:spTree>
    <p:extLst>
      <p:ext uri="{BB962C8B-B14F-4D97-AF65-F5344CB8AC3E}">
        <p14:creationId xmlns:p14="http://schemas.microsoft.com/office/powerpoint/2010/main" val="283567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13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Schäfer</dc:creator>
  <cp:lastModifiedBy>Simon Schäfer</cp:lastModifiedBy>
  <cp:revision>4</cp:revision>
  <dcterms:created xsi:type="dcterms:W3CDTF">2025-09-02T15:48:32Z</dcterms:created>
  <dcterms:modified xsi:type="dcterms:W3CDTF">2025-09-02T16:20:55Z</dcterms:modified>
</cp:coreProperties>
</file>